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CB194-1507-577A-037A-10B09DD1F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D76B5B6-89DE-78E0-3FE9-872DF5EA4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F49979-E73A-F526-A2D8-C9C4FA052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0A14D-54DA-43F9-A8C8-31E2ED3B416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54CD20-6975-5B42-7ED4-9398A6D51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F1B0BB-9FCD-50C1-6997-66B7889C3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E73F7-7F80-4352-8C3D-2608A1DE65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3976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5FA85C-C6F0-F8A1-90F9-37809809A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0592A8-B851-B244-4E40-B3C734AD8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3A7038-B1AD-E039-CE55-E36AE35CB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0A14D-54DA-43F9-A8C8-31E2ED3B416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B53E81-6374-DF2A-3462-379560C34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91C027-D4B3-1C51-7788-4723F4551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E73F7-7F80-4352-8C3D-2608A1DE65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344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9BAE1E-850B-4C03-0FB6-A3D421C26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B5DA75-F8DE-92AA-1BBB-E756ED708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96EFB9-045A-785A-F06F-6445BF72B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0A14D-54DA-43F9-A8C8-31E2ED3B416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3715C6-6A78-0112-E766-369CDBEEF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C3B71F-2DF2-A3A3-F130-C376BD6D9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E73F7-7F80-4352-8C3D-2608A1DE65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197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E4B789-DF03-5556-76B1-AD5652FD0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66D1CB-2C11-4B49-6492-0A679226C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C430F91-BDAA-3949-6205-ADC4E807D6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DC32AA-7C00-A78A-339B-0A2ECC827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0A14D-54DA-43F9-A8C8-31E2ED3B416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EC11AE1-C44E-3F81-B522-64CBC47AA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6BF1CAD-B0F9-CF1E-D481-1DE34A244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E73F7-7F80-4352-8C3D-2608A1DE65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5602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744989-B74B-EDBD-2C5B-8B80F5666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D7379C-B446-D3DD-6FBC-0049806A6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E9F117-2089-E803-C1F1-9A55655E7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D6B48B8-1207-BAB4-3E41-9A2C6757B5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EA48C0C-5B1A-BB1F-6082-86E4C86280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83BF322-98ED-2F60-7C0D-B5A62F2B4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0A14D-54DA-43F9-A8C8-31E2ED3B416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24E73FE-17A0-6C57-B03F-6C2A17BDB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1E32C98-E6E5-C42E-CCCE-56A10F16C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E73F7-7F80-4352-8C3D-2608A1DE65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8916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132BF9-3036-2794-1AA5-8959CCE4D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C8660D-E566-1CA3-3D34-F744639A6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0A14D-54DA-43F9-A8C8-31E2ED3B416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560D84C-3641-8877-81A1-B4898F484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2606E32-F2EC-466B-9BA5-A7484BFE5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E73F7-7F80-4352-8C3D-2608A1DE65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8443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0B58559-4B20-6331-5D1B-0DA7A9DD4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0A14D-54DA-43F9-A8C8-31E2ED3B416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8B7D3C5-6155-0F0D-B7F6-6C0AC4724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812F88-889D-D45C-8F32-67077CA65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E73F7-7F80-4352-8C3D-2608A1DE65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7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4DEDAD-1F7A-9912-96A8-6551E8856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11C10A-C7F4-C705-84A9-8AE51FC5F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50554D-18E6-6125-3E87-A74011E6C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A87547-D083-DF21-4F52-DB37C13BE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0A14D-54DA-43F9-A8C8-31E2ED3B416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A565EA-9CEA-FE86-55CC-BA791DB3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5D9B93-8BCC-A41B-5AA8-C233130B4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E73F7-7F80-4352-8C3D-2608A1DE65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230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46664F-0FF3-3104-7C9D-F1D8E9B1B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3241FF8-284A-8DF2-3E01-2F5B238BD1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E54D52-EAE8-98FF-7821-46AF038DC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47B14BA-D0A2-EDA3-6EDA-96E972EF1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0A14D-54DA-43F9-A8C8-31E2ED3B416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F1E01EB-26FD-FA17-B2DC-B9816CDE8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27D5C2-A336-2289-6576-E608F7EB9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E73F7-7F80-4352-8C3D-2608A1DE65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7800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CFB535-552A-C3B8-E797-7A5C23F17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C3BB6F-15BA-3E08-57D7-EB81458EA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22DBBD-04FA-19B3-A42B-28567EAE2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0A14D-54DA-43F9-A8C8-31E2ED3B416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58FFB7-7E54-2F4B-02DF-83FFA4E99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1E73AF-3A76-B403-00BE-D7856F32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E73F7-7F80-4352-8C3D-2608A1DE65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338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2955C3A-BEC6-9AF0-D283-50025B9B5F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D17A2D7-B836-29D5-4D09-004EA2055C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9694B8-1CC2-A58E-2F82-ED4087231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0A14D-54DA-43F9-A8C8-31E2ED3B416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2C8D91-55FE-669B-BE70-29EE44CF9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45D10C-8D80-73CC-545F-C22E5D9A1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E73F7-7F80-4352-8C3D-2608A1DE65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0673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A88600-CB3A-022E-B4B3-DEE3DC53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0B05CE4-75B1-536A-C5C1-100E6A5AB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EC37CF-3333-FA8C-DEEA-8E65A2296E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F0A14D-54DA-43F9-A8C8-31E2ED3B416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C82C07-194F-9249-DD00-D56F5AC3F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94F7EA-7D6D-3B74-D23F-E4B42A8AF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2E73F7-7F80-4352-8C3D-2608A1DE65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481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9FCBC3-FB4E-6EDF-6AEB-8FAEBF7EBA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Учебный стенд для демонстрации эффекта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алиасинга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807322-234B-7F5C-36CE-793CCD347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81670"/>
          </a:xfrm>
        </p:spPr>
        <p:txBody>
          <a:bodyPr>
            <a:normAutofit fontScale="92500" lnSpcReduction="1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Практическое изучение теоремы Котельникова «на железе» 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Авторы: Никитина К.С., Васильев М.И. (Группа РА-41) Дисциплина: Проектная деятельность</a:t>
            </a:r>
          </a:p>
        </p:txBody>
      </p:sp>
    </p:spTree>
    <p:extLst>
      <p:ext uri="{BB962C8B-B14F-4D97-AF65-F5344CB8AC3E}">
        <p14:creationId xmlns:p14="http://schemas.microsoft.com/office/powerpoint/2010/main" val="1797505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AAE3B8-2900-DDDE-FDCF-BCFB5CBEC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797103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и Актуальность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0CE6BB-E6DD-B34B-7964-81B0EE1CD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Проблема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Теорема Котельникова и эффект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алиасинга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сложные и абстрактные понятия для студентов 1–2 курсов. Формулы на доске не дают понимания, как ложные частоты портят реальный звук или радиосигнал.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Решение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Создать физический, недорогой стенд, который за секунды наглядно показывает «правильную» и «неправильную» оцифровку.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Польза для студентов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Увидеть эффект своими глазами и поменять параметры в реальном времени.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Польза для преподавателей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Готовая лабораторная работа без сложной предварительной настройки.</a:t>
            </a:r>
          </a:p>
        </p:txBody>
      </p:sp>
    </p:spTree>
    <p:extLst>
      <p:ext uri="{BB962C8B-B14F-4D97-AF65-F5344CB8AC3E}">
        <p14:creationId xmlns:p14="http://schemas.microsoft.com/office/powerpoint/2010/main" val="1834513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51BF5E-D48F-8504-DC9A-95334E3F9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D835DD-9C72-77C4-0726-72E89C0AA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Цель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Создать работающий учебный стенд, наглядно и воспроизводимо демонстрирующий эффект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алиасинга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дискретизации сигналов.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Задачи проекта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Собрать аппаратную часть на базе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Написать скетч для генерации и оцифровки тестового сигнала.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Написать Python-скрипт для построения графиков и спектра (FFT).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Разработать методические материалы для проведения занятий.</a:t>
            </a:r>
          </a:p>
        </p:txBody>
      </p:sp>
    </p:spTree>
    <p:extLst>
      <p:ext uri="{BB962C8B-B14F-4D97-AF65-F5344CB8AC3E}">
        <p14:creationId xmlns:p14="http://schemas.microsoft.com/office/powerpoint/2010/main" val="3293810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5CDDED-B309-C240-0BA8-558466E45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Краткое описание и состав стенда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89C1E1-D4C0-A577-425C-0D48D7D1F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Концепция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Комплекс из микроконтроллера, который самостоятельно создает тестовый сигнал, оцифровывает его с разной скоростью и передает данные на ПК.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Состав комплекта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R3 (или совместимая).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Компоненты для сборки RC-фильтра нижних частот.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Физическая кнопка переключения режимов.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Персональный компьютер со скриптом на Python для визуализации</a:t>
            </a:r>
          </a:p>
        </p:txBody>
      </p:sp>
    </p:spTree>
    <p:extLst>
      <p:ext uri="{BB962C8B-B14F-4D97-AF65-F5344CB8AC3E}">
        <p14:creationId xmlns:p14="http://schemas.microsoft.com/office/powerpoint/2010/main" val="390450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7B291B-A2DE-9F4A-2823-C8565C04F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работы и 2 режима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33156C-6AA6-195B-1AAD-FC87899CB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792768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Идея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генерирует синусоиду 100 Гц. Кнопкой меняется частота дискретизации (скорость измерения).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Режим 1: Корректная дискретизация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Частота дискретизации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500 Гц (выполнено условие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2*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Fsig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Результат: На графике чистый и точный пик спектра ровно на 100 Гц.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Режим 2: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Алиасинг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(Ошибка оцифровки)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Частота дискретизации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150 Гц (нарушено условие теоремы Котельникова).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Результат: Сигнал маскируется, пик на спектре ложно смещается на 50 Гц.</a:t>
            </a:r>
          </a:p>
        </p:txBody>
      </p:sp>
    </p:spTree>
    <p:extLst>
      <p:ext uri="{BB962C8B-B14F-4D97-AF65-F5344CB8AC3E}">
        <p14:creationId xmlns:p14="http://schemas.microsoft.com/office/powerpoint/2010/main" val="2015224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2543C8-B031-4BC1-45CB-2AA21CDC4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A6D386-3C10-F626-47A4-5806B6868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•Недели 1–2: Закупка радиодеталей, утверждение параметров сигналов. 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•Недели 3–4: Сборка электрической схемы фильтра, написание базового скетча. 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•Недели 5–6: Разработка Python-скрипта, фиксация правильного и ошибочного спектров. 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•Неделя 7: Написание подробной методички для студентов (4–6 страниц). 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•Неделя 8: Упаковка стенда в корпус, финальные тесты и защита на кафедре.</a:t>
            </a:r>
          </a:p>
        </p:txBody>
      </p:sp>
    </p:spTree>
    <p:extLst>
      <p:ext uri="{BB962C8B-B14F-4D97-AF65-F5344CB8AC3E}">
        <p14:creationId xmlns:p14="http://schemas.microsoft.com/office/powerpoint/2010/main" val="2998405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D7A3FE-D64E-550F-5FCE-6B2CDF0C1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3BFA02-1094-27EE-961A-304F6AEFF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Работающий физический макет стенда в защитном контейнере. 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Понятная лабораторная методичка для проведения практических занятий. 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Проверенный скетч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готовый скрипт визуализации на Python. 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Набор эталонных файлов данных (CSV) для демонстрационных лекций. 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Главный итог: Доступное и наглядное учебное пособие, созданное своими руками.</a:t>
            </a:r>
          </a:p>
        </p:txBody>
      </p:sp>
    </p:spTree>
    <p:extLst>
      <p:ext uri="{BB962C8B-B14F-4D97-AF65-F5344CB8AC3E}">
        <p14:creationId xmlns:p14="http://schemas.microsoft.com/office/powerpoint/2010/main" val="30697898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465</Words>
  <Application>Microsoft Office PowerPoint</Application>
  <PresentationFormat>Широкоэкранный</PresentationFormat>
  <Paragraphs>47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Тема Office</vt:lpstr>
      <vt:lpstr>Учебный стенд для демонстрации эффекта алиасинга</vt:lpstr>
      <vt:lpstr>Проблема и Актуальность </vt:lpstr>
      <vt:lpstr>Цель и задачи проекта</vt:lpstr>
      <vt:lpstr>Краткое описание и состав стенда</vt:lpstr>
      <vt:lpstr>Принцип работы и 2 режима</vt:lpstr>
      <vt:lpstr>План реализации</vt:lpstr>
      <vt:lpstr>Итоги проекта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Михаил Васильев</dc:creator>
  <cp:lastModifiedBy>Михаил Васильев</cp:lastModifiedBy>
  <cp:revision>1</cp:revision>
  <dcterms:created xsi:type="dcterms:W3CDTF">2026-10-24T00:52:38Z</dcterms:created>
  <dcterms:modified xsi:type="dcterms:W3CDTF">2026-10-24T00:52:46Z</dcterms:modified>
</cp:coreProperties>
</file>